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Título da Apresentação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Bem-vindo ao pipeline unificado de apresentações!</a:t>
            </a:r>
          </a:p>
          <a:p/>
          <a:p>
            <a:r>
              <a:t>OLÁ MUNDO! SERA QUE FUNCIONA? MAS TENHO QUE VALIDAR OS CODIGOS JÁ PRONTOS!!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Arquitetura do Projeto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- **Fonte Única:** `apresentacao.md`</a:t>
            </a:r>
          </a:p>
          <a:p>
            <a:r>
              <a:t>- **Frontend:** Astro + Bootstrap para slides web.</a:t>
            </a:r>
          </a:p>
          <a:p>
            <a:r>
              <a:t>- **Backend:** Flask + Python para conversões.</a:t>
            </a:r>
          </a:p>
          <a:p>
            <a:r>
              <a:t>- **Automação:** Shell script para setup.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Design Patterns Utilizados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- **Factory Method:** Para criar conversores (`PDF`, `PPTX`, `VIDEO`).</a:t>
            </a:r>
          </a:p>
          <a:p>
            <a:r>
              <a:t>- **Strategy:** Cada conversor é uma estratégia diferente.</a:t>
            </a:r>
          </a:p>
          <a:p>
            <a:r>
              <a:t>- **Singleton:** Para garantir uma única instância do parser do Markdown.</a:t>
            </a:r>
          </a:p>
          <a:p>
            <a:r>
              <a:t>- **Facade:** Simplifica a execução das conversões com `run.py`.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Geração de 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Cada slide vira um frame de 2 segundos.</a:t>
            </a:r>
          </a:p>
          <a:p/>
          <a:p>
            <a:r>
              <a:t>*Utilizamos a biblioteca MoviePy em Python para compor o vídeo final.*</a:t>
            </a:r>
          </a:p>
          <a:p/>
          <a:p>
            <a:r>
              <a:t>![Placeholder de Imagem](https://placehold.co/800x600/0ea5e9/ffffff?text=Exemplo+de+Imagem)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 Escrever o conteúdo no `apresentacao.md`.</a:t>
            </a:r>
          </a:p>
          <a:p>
            <a:r>
              <a:t>2.  Rodar `python backend/run.py all`.</a:t>
            </a:r>
          </a:p>
          <a:p>
            <a:r>
              <a:t>3.  Visualizar os resultados!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